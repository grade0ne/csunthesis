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50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0E46-E92C-E325-1ED6-79FF0EBB1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8A78D-49DB-D6E6-629E-199978415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2EFA6-9BB2-89E8-584E-02E715BD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22233-B503-B95E-A0BA-61D60C15B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C503A-3199-F22A-39BE-B16B4B72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3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8236-F66A-164C-0156-8795B4CAF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B7060-9457-6862-28E0-5B322EB5F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FDF5B-747B-F94C-3D00-DE6F0D2C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FB725-9973-00C6-0884-EEE78444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842AF-17D7-09F9-6070-0A0CED67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7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4CC9-9EF2-E7DD-C6E4-373A2B2F7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890DF-5F4D-4A74-272F-AA22BB557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B412C-99BB-9F74-D55D-32573789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2FFAA-8207-E792-F8A7-3DA821478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9ECD3-802F-D290-55A0-300E82E9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7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05CA-1929-2F71-B5DA-80D554FF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86713-5551-E79D-F2C6-686C53F70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CE3B5-689E-89A6-DA61-649009E6B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E7780-5A08-A907-2320-A904FFE8B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7966B-AD21-090E-0CD2-232CA9DB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7A72A-6D99-481F-6B7A-FB61E124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13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4E8E7-3DD5-74CE-E4C8-CDCA496C7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9696E-497D-5911-0607-FA5106465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A7D10-136D-A016-A73D-91EE5D6BB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04EB4-101B-1FAF-DDF3-D309153A6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46A00-D4C1-D0EF-0827-E7FB33755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188BF-DCCE-7526-353F-E2E468C0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7C802E-D29C-6B94-238A-E8CCA654D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8BFC1-988A-CC96-4E37-1C38E0E1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21C53-5CAE-EE1D-72F4-05C900DDA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C6A52-290F-09D1-CE95-06F0B7A4B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7ABA9-F6DA-4FFC-3FCE-53D60C39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08EC2-46DA-B404-89A3-B7653B5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29EEB3-BBA8-57DA-4095-48116FCB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46FF4B-F441-ACB8-793D-07E147FA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20621-6C4F-46CB-38C8-31FDE31E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8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2D6C3-2FE6-ED03-A5F2-41CFDC371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145CD-35A7-25CA-B075-779C0E78A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A0C1E-7E1E-BDD1-9296-01CE36EE0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D2889-1809-6308-68F6-527DB8F6B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C2714-CDDB-02E6-39BD-42FA1C9A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DBEA3-8BB8-B113-F47C-B733407A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2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1DA0-1033-1C05-6CE7-1B7B047C3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6C1F5-27D4-9250-45D1-19EFEE1E8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3AE4E-19B5-7EE5-455E-182C9F075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67910-6D75-2C26-6B0C-99183B83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EC1EC-68D5-E0CC-6921-28C89867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858F4-85E8-9AFF-C2D4-4A309D64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8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8E741-DF2B-EFF9-B102-1BC52020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67797-4BAC-6067-B6FF-D76D29A2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D66DD-A2C0-554C-8DFD-ED640EFD5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28CF4-945D-3DAD-5A59-A4551968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825F6-C5F2-A470-2156-5960C289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53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FD194-D8CF-B7F4-23E3-33EE0F200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54BB42-0A7A-D5B3-CBEE-0C087D2AB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1864C-FA0C-868E-9E94-B3B8C37D6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9C704-E8B1-93E5-7B85-40692184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7D229-09A4-A6BA-2E87-EFC5637F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6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85D856-13D6-2997-A4BC-D4DC4AF3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662BD-E5E7-9B29-B523-163790DA5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4F2F9-E621-0D3F-38C4-C894648A4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76C44-828E-4977-B9C9-27A3F7B44A55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D0033-0ECD-5D73-C1E3-F7BF200CB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CFF04-7CF7-EBD8-C1D7-D510A0B99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8C138-D119-400D-B6C8-396033B95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75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151D09-DD46-7662-CB57-99425963D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99"/>
          <a:stretch>
            <a:fillRect/>
          </a:stretch>
        </p:blipFill>
        <p:spPr>
          <a:xfrm>
            <a:off x="1329446" y="251299"/>
            <a:ext cx="8313907" cy="61997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F7E2BA-4C17-01D0-863B-4A5D61E7BB4A}"/>
              </a:ext>
            </a:extLst>
          </p:cNvPr>
          <p:cNvSpPr txBox="1"/>
          <p:nvPr/>
        </p:nvSpPr>
        <p:spPr>
          <a:xfrm>
            <a:off x="2354093" y="3920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1A8389-7A79-9A8C-8471-53278C876FDE}"/>
              </a:ext>
            </a:extLst>
          </p:cNvPr>
          <p:cNvSpPr txBox="1"/>
          <p:nvPr/>
        </p:nvSpPr>
        <p:spPr>
          <a:xfrm>
            <a:off x="4769741" y="3920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8E1E0-9614-3D42-A2D9-840E61B139ED}"/>
              </a:ext>
            </a:extLst>
          </p:cNvPr>
          <p:cNvSpPr txBox="1"/>
          <p:nvPr/>
        </p:nvSpPr>
        <p:spPr>
          <a:xfrm>
            <a:off x="7178904" y="3985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FF1F9-0BE7-57BB-E9FA-415E0CBBF40F}"/>
              </a:ext>
            </a:extLst>
          </p:cNvPr>
          <p:cNvSpPr txBox="1"/>
          <p:nvPr/>
        </p:nvSpPr>
        <p:spPr>
          <a:xfrm>
            <a:off x="2354093" y="31535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0E7EFA-EB21-9151-7936-E2A4792650E9}"/>
              </a:ext>
            </a:extLst>
          </p:cNvPr>
          <p:cNvSpPr txBox="1"/>
          <p:nvPr/>
        </p:nvSpPr>
        <p:spPr>
          <a:xfrm>
            <a:off x="4769741" y="31535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0F1AF2-75E2-8588-E988-3F7144E5CA5A}"/>
              </a:ext>
            </a:extLst>
          </p:cNvPr>
          <p:cNvSpPr txBox="1"/>
          <p:nvPr/>
        </p:nvSpPr>
        <p:spPr>
          <a:xfrm>
            <a:off x="7178904" y="31600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16158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0448BE-E7A6-9669-DC69-7F8E27C0A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86"/>
          <a:stretch>
            <a:fillRect/>
          </a:stretch>
        </p:blipFill>
        <p:spPr>
          <a:xfrm>
            <a:off x="1295400" y="367146"/>
            <a:ext cx="8167255" cy="61237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C1D483-963B-DC14-5EA1-6A6F942DF5A5}"/>
              </a:ext>
            </a:extLst>
          </p:cNvPr>
          <p:cNvSpPr txBox="1"/>
          <p:nvPr/>
        </p:nvSpPr>
        <p:spPr>
          <a:xfrm>
            <a:off x="2367947" y="5097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13531-9E17-6B73-36B5-1B0E36DE5DAB}"/>
              </a:ext>
            </a:extLst>
          </p:cNvPr>
          <p:cNvSpPr txBox="1"/>
          <p:nvPr/>
        </p:nvSpPr>
        <p:spPr>
          <a:xfrm>
            <a:off x="4721252" y="5097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AC94B-AD56-9C61-756A-A07DA3C38E4C}"/>
              </a:ext>
            </a:extLst>
          </p:cNvPr>
          <p:cNvSpPr txBox="1"/>
          <p:nvPr/>
        </p:nvSpPr>
        <p:spPr>
          <a:xfrm>
            <a:off x="7095780" y="51627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5F3AD-770C-0E94-9670-0A0557164816}"/>
              </a:ext>
            </a:extLst>
          </p:cNvPr>
          <p:cNvSpPr txBox="1"/>
          <p:nvPr/>
        </p:nvSpPr>
        <p:spPr>
          <a:xfrm>
            <a:off x="2367947" y="32366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AA016-D907-276D-25DA-B534E305333F}"/>
              </a:ext>
            </a:extLst>
          </p:cNvPr>
          <p:cNvSpPr txBox="1"/>
          <p:nvPr/>
        </p:nvSpPr>
        <p:spPr>
          <a:xfrm>
            <a:off x="4721252" y="32366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D5909-CBAE-BCF9-E753-7E626510973B}"/>
              </a:ext>
            </a:extLst>
          </p:cNvPr>
          <p:cNvSpPr txBox="1"/>
          <p:nvPr/>
        </p:nvSpPr>
        <p:spPr>
          <a:xfrm>
            <a:off x="7095780" y="32431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DBABEA-7337-3EA7-53D7-DA501813A8B1}"/>
              </a:ext>
            </a:extLst>
          </p:cNvPr>
          <p:cNvSpPr/>
          <p:nvPr/>
        </p:nvSpPr>
        <p:spPr>
          <a:xfrm>
            <a:off x="1492250" y="2682875"/>
            <a:ext cx="247650" cy="15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0BCC1E-7A1C-9222-4C75-6096C92D73EC}"/>
              </a:ext>
            </a:extLst>
          </p:cNvPr>
          <p:cNvSpPr txBox="1"/>
          <p:nvPr/>
        </p:nvSpPr>
        <p:spPr>
          <a:xfrm rot="16200000">
            <a:off x="1403466" y="2562195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μ</a:t>
            </a:r>
          </a:p>
        </p:txBody>
      </p:sp>
    </p:spTree>
    <p:extLst>
      <p:ext uri="{BB962C8B-B14F-4D97-AF65-F5344CB8AC3E}">
        <p14:creationId xmlns:p14="http://schemas.microsoft.com/office/powerpoint/2010/main" val="284034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Mendelson, Alex</dc:creator>
  <cp:lastModifiedBy>Mendelson, Alex</cp:lastModifiedBy>
  <cp:revision>4</cp:revision>
  <dcterms:created xsi:type="dcterms:W3CDTF">2026-06-28T16:38:20Z</dcterms:created>
  <dcterms:modified xsi:type="dcterms:W3CDTF">2026-06-28T16:46:23Z</dcterms:modified>
</cp:coreProperties>
</file>