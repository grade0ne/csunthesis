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BCC7-3E02-1DF2-29A8-94B31488D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50937-62A2-0B4E-1F93-F8DA57108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C1C0E-0572-358C-2826-973536AA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6B30E-4A70-F8D2-D063-C1E63699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23B26-CA13-B628-9DA9-68A9D0BA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4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039C-FB88-8C7F-BA2B-072B881F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DC154-EC69-3E26-A449-C8AAF2BFC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F7564-AEFA-2105-E35B-CA329598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86F6D-F799-5385-0EB7-15B86BBA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B59A2-A43D-250A-FAFD-A85653F8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8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CA50-CC7D-F8FC-C711-DB6EB8B0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15521-7CB5-9AF2-FABA-B56A7D410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44AE1-5745-9BF3-DA1B-F343A280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9716-5381-25C1-B38E-B411AD45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FB66B-8224-17EE-ECA8-3F50C592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2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B1BE-A1A0-AFF8-2DD6-478EB3B8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A75F6-B701-270A-CF36-918494FEC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C325F-B056-665C-3FA0-A0B233387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8B09-53C6-AF33-54A0-7DD06542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DB4CA-9BD5-33D3-B4DE-DBA08D68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767CE-39AE-0987-25DD-57D9A81A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9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C2BF1-5235-03E3-435F-8F4B1D78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9CE94-EA73-6149-E54E-F92A5602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68FE1-5022-2BFC-801B-4D22E3CFB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268B1-F42F-F296-C6BC-873445C2E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CD386-2963-8DE6-955F-ED4732E6F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7A62B-C693-2CF0-EA74-2289B86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84C1F-8B0F-8683-C7A8-99A49856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90758-FEA8-E3C7-6E0C-5A9E9F2A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4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8FBB-E0DE-98C7-206D-9D83A595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CA652-7A1D-324D-7B7E-FF1D5687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66248-B7F5-5A79-BBD1-55A73BF3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6A0F3-76D0-D6F9-903B-40A27EEE4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4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BF69A-AB0A-6914-6FDE-D5C2D9E2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4C59B-E4E4-81C4-690C-6BDAB6C5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6DEE1-1EDF-7DD9-526F-02218517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6031-90C3-2380-6ACF-29E8BD63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C7F5F-E3D2-26B6-6945-B929537D0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5C0DA-D542-D17F-F36F-366D33171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9D31A-10A7-3882-EF4D-4F4F7097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C08D5-139A-809B-5876-D0662DEF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DF9DC-B644-BD0A-5687-ADACE5E9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45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A701-5A3B-F7FB-9248-9DFEB9C0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9D111F-F84A-683E-DF5F-44A25F18B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6E0D3-041B-3678-9B05-61E796E5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CF118-9D4D-C5AA-DF03-28CAC82C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4CB6F-279C-ACCB-42A7-DA49D347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CA54F-C223-E706-5E89-67D3CB1B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B81F-BE0F-F68E-0288-70CDE50E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026E9-D033-3372-4D41-D62606024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D6273-2F7D-0537-E20D-0324A1FF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F3C1B-575F-1314-2265-2505D89D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F822C-A04C-CEAD-FD8F-39D33FB1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73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351B3-CF45-5B97-DCC5-EA58812A7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16953-9C91-B9BA-00A8-E79730D6F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84A13-9756-E35C-E3C7-7E0BC45F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825DD-6E1E-CFE2-9C90-AEBEAF9E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36345-0931-45FA-7A4A-C2950B4A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CA4E3-5414-FE77-E0DF-48BD5983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FEA72-D9F5-C004-093C-11B68F6F8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CD407-3ECC-018D-CF59-F5737ADA2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61CCA-22A2-4A03-9443-BBD95C6D6A9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06539-ACC7-76A3-18CA-C2B56593D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D80FA-E4CE-B774-198E-9A54D2EB4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AE12A-1FAC-4210-9D91-B26EBF79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0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C8B4-3B88-95DF-16B8-4ECD378E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D8228F-3A50-D389-543C-EC468C574DB2}"/>
              </a:ext>
            </a:extLst>
          </p:cNvPr>
          <p:cNvCxnSpPr/>
          <p:nvPr/>
        </p:nvCxnSpPr>
        <p:spPr>
          <a:xfrm>
            <a:off x="2286000" y="968188"/>
            <a:ext cx="0" cy="3630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5F1BFA-91FC-D6C5-0628-F0390EBB8147}"/>
              </a:ext>
            </a:extLst>
          </p:cNvPr>
          <p:cNvCxnSpPr>
            <a:cxnSpLocks/>
          </p:cNvCxnSpPr>
          <p:nvPr/>
        </p:nvCxnSpPr>
        <p:spPr>
          <a:xfrm flipH="1">
            <a:off x="2286000" y="4598894"/>
            <a:ext cx="40161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5B6293-D29F-CE33-3AD7-CF41C3FABFAC}"/>
              </a:ext>
            </a:extLst>
          </p:cNvPr>
          <p:cNvSpPr txBox="1"/>
          <p:nvPr/>
        </p:nvSpPr>
        <p:spPr>
          <a:xfrm>
            <a:off x="1586753" y="259887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386A9-0CAB-41D2-5A5C-E90AE9B617B1}"/>
              </a:ext>
            </a:extLst>
          </p:cNvPr>
          <p:cNvSpPr txBox="1"/>
          <p:nvPr/>
        </p:nvSpPr>
        <p:spPr>
          <a:xfrm>
            <a:off x="3977340" y="466972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F8CB7F-1CEC-BE02-3161-86F5AD95A241}"/>
              </a:ext>
            </a:extLst>
          </p:cNvPr>
          <p:cNvSpPr/>
          <p:nvPr/>
        </p:nvSpPr>
        <p:spPr>
          <a:xfrm>
            <a:off x="2541497" y="403947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DCD0BE-0081-4C95-B494-D9DFA0D2652A}"/>
              </a:ext>
            </a:extLst>
          </p:cNvPr>
          <p:cNvSpPr/>
          <p:nvPr/>
        </p:nvSpPr>
        <p:spPr>
          <a:xfrm>
            <a:off x="3299013" y="402156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5C474D-9408-362B-1F4B-A717F6D213C5}"/>
              </a:ext>
            </a:extLst>
          </p:cNvPr>
          <p:cNvSpPr/>
          <p:nvPr/>
        </p:nvSpPr>
        <p:spPr>
          <a:xfrm>
            <a:off x="4126007" y="4012779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B49689-9BB1-CBBE-70A2-25A21116068B}"/>
              </a:ext>
            </a:extLst>
          </p:cNvPr>
          <p:cNvSpPr/>
          <p:nvPr/>
        </p:nvSpPr>
        <p:spPr>
          <a:xfrm>
            <a:off x="4870079" y="3969995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38279E-B6E9-C40B-3067-53AE3006AAD8}"/>
              </a:ext>
            </a:extLst>
          </p:cNvPr>
          <p:cNvSpPr/>
          <p:nvPr/>
        </p:nvSpPr>
        <p:spPr>
          <a:xfrm>
            <a:off x="5614152" y="3967533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6D646C-7C2A-E033-4A30-8A5E1E808DCC}"/>
              </a:ext>
            </a:extLst>
          </p:cNvPr>
          <p:cNvSpPr txBox="1"/>
          <p:nvPr/>
        </p:nvSpPr>
        <p:spPr>
          <a:xfrm rot="3600000">
            <a:off x="2398975" y="482391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15F6CE-F668-8AB5-9CD1-E4C7A8EB5F2F}"/>
              </a:ext>
            </a:extLst>
          </p:cNvPr>
          <p:cNvSpPr/>
          <p:nvPr/>
        </p:nvSpPr>
        <p:spPr>
          <a:xfrm>
            <a:off x="2541496" y="373580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8A7B8F-23BD-39D2-B3B3-31312B6CD209}"/>
              </a:ext>
            </a:extLst>
          </p:cNvPr>
          <p:cNvSpPr/>
          <p:nvPr/>
        </p:nvSpPr>
        <p:spPr>
          <a:xfrm>
            <a:off x="3325908" y="373580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A60A9A-6FA0-44E4-3219-428C9FE66B75}"/>
              </a:ext>
            </a:extLst>
          </p:cNvPr>
          <p:cNvSpPr/>
          <p:nvPr/>
        </p:nvSpPr>
        <p:spPr>
          <a:xfrm>
            <a:off x="4126006" y="3682222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478FE0-323A-BEAF-725A-E6D57FDA81BB}"/>
              </a:ext>
            </a:extLst>
          </p:cNvPr>
          <p:cNvSpPr/>
          <p:nvPr/>
        </p:nvSpPr>
        <p:spPr>
          <a:xfrm>
            <a:off x="4870078" y="3615436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96947F-5D8B-34D8-FDE0-45F041F5FA2A}"/>
              </a:ext>
            </a:extLst>
          </p:cNvPr>
          <p:cNvSpPr/>
          <p:nvPr/>
        </p:nvSpPr>
        <p:spPr>
          <a:xfrm>
            <a:off x="5614151" y="3566375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86A3325-640B-08C8-D6E0-4A6D13D2FB8F}"/>
              </a:ext>
            </a:extLst>
          </p:cNvPr>
          <p:cNvSpPr/>
          <p:nvPr/>
        </p:nvSpPr>
        <p:spPr>
          <a:xfrm>
            <a:off x="2482781" y="344175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8AE68B-CF83-6FFA-7EC7-86A839AF3958}"/>
              </a:ext>
            </a:extLst>
          </p:cNvPr>
          <p:cNvSpPr/>
          <p:nvPr/>
        </p:nvSpPr>
        <p:spPr>
          <a:xfrm>
            <a:off x="3267193" y="344175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49A5365-6638-B903-26C9-940FAFE54CB0}"/>
              </a:ext>
            </a:extLst>
          </p:cNvPr>
          <p:cNvSpPr/>
          <p:nvPr/>
        </p:nvSpPr>
        <p:spPr>
          <a:xfrm>
            <a:off x="4067291" y="3388175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62E1D05-416D-F169-13F1-DFCCFFC87AEA}"/>
              </a:ext>
            </a:extLst>
          </p:cNvPr>
          <p:cNvSpPr/>
          <p:nvPr/>
        </p:nvSpPr>
        <p:spPr>
          <a:xfrm>
            <a:off x="4811363" y="3321389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F82D49-0C7C-2DEC-B6D4-96DF7C2734F1}"/>
              </a:ext>
            </a:extLst>
          </p:cNvPr>
          <p:cNvSpPr/>
          <p:nvPr/>
        </p:nvSpPr>
        <p:spPr>
          <a:xfrm>
            <a:off x="5555436" y="3272328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5000632-26B4-99C5-27B9-6EB788E6C781}"/>
              </a:ext>
            </a:extLst>
          </p:cNvPr>
          <p:cNvSpPr/>
          <p:nvPr/>
        </p:nvSpPr>
        <p:spPr>
          <a:xfrm>
            <a:off x="2511469" y="313337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57D2946-5D80-7A78-E857-5A793084904B}"/>
              </a:ext>
            </a:extLst>
          </p:cNvPr>
          <p:cNvSpPr/>
          <p:nvPr/>
        </p:nvSpPr>
        <p:spPr>
          <a:xfrm>
            <a:off x="3295881" y="313337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892276E-04DD-47DE-3AB3-DAE0D958363F}"/>
              </a:ext>
            </a:extLst>
          </p:cNvPr>
          <p:cNvSpPr/>
          <p:nvPr/>
        </p:nvSpPr>
        <p:spPr>
          <a:xfrm>
            <a:off x="4095979" y="3079797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C19B628-0E8F-ACF5-988A-27BC65B42A5C}"/>
              </a:ext>
            </a:extLst>
          </p:cNvPr>
          <p:cNvSpPr/>
          <p:nvPr/>
        </p:nvSpPr>
        <p:spPr>
          <a:xfrm>
            <a:off x="4840051" y="3013011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07BC994-46FE-3212-327A-4B7DC7BA240F}"/>
              </a:ext>
            </a:extLst>
          </p:cNvPr>
          <p:cNvSpPr/>
          <p:nvPr/>
        </p:nvSpPr>
        <p:spPr>
          <a:xfrm>
            <a:off x="5584124" y="2963950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81BCEF-B51C-E6ED-9859-C53C033CF900}"/>
              </a:ext>
            </a:extLst>
          </p:cNvPr>
          <p:cNvSpPr/>
          <p:nvPr/>
        </p:nvSpPr>
        <p:spPr>
          <a:xfrm>
            <a:off x="2541498" y="430866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1AA2D0B-7DF1-6904-A5B8-0FC0058E84BA}"/>
              </a:ext>
            </a:extLst>
          </p:cNvPr>
          <p:cNvSpPr/>
          <p:nvPr/>
        </p:nvSpPr>
        <p:spPr>
          <a:xfrm>
            <a:off x="3325910" y="430866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0117427-5CC6-7911-E400-89041EC98641}"/>
              </a:ext>
            </a:extLst>
          </p:cNvPr>
          <p:cNvSpPr/>
          <p:nvPr/>
        </p:nvSpPr>
        <p:spPr>
          <a:xfrm>
            <a:off x="4126008" y="4255079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1FFC53-225B-9FED-1388-53505A9B2556}"/>
              </a:ext>
            </a:extLst>
          </p:cNvPr>
          <p:cNvSpPr/>
          <p:nvPr/>
        </p:nvSpPr>
        <p:spPr>
          <a:xfrm>
            <a:off x="4870079" y="4244335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6BFDC09-2D71-FFF1-49F2-40DC213BF6E5}"/>
              </a:ext>
            </a:extLst>
          </p:cNvPr>
          <p:cNvSpPr/>
          <p:nvPr/>
        </p:nvSpPr>
        <p:spPr>
          <a:xfrm>
            <a:off x="5614152" y="4253769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0299945-470B-54D5-D861-833F4D0F8308}"/>
              </a:ext>
            </a:extLst>
          </p:cNvPr>
          <p:cNvSpPr/>
          <p:nvPr/>
        </p:nvSpPr>
        <p:spPr>
          <a:xfrm>
            <a:off x="7123582" y="220012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DDE7CD5-728A-8443-D6F3-D4C5D61B947B}"/>
              </a:ext>
            </a:extLst>
          </p:cNvPr>
          <p:cNvSpPr/>
          <p:nvPr/>
        </p:nvSpPr>
        <p:spPr>
          <a:xfrm>
            <a:off x="7123581" y="189645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8230A8-D493-CFA6-0A28-3BBBA73DF4AF}"/>
              </a:ext>
            </a:extLst>
          </p:cNvPr>
          <p:cNvSpPr/>
          <p:nvPr/>
        </p:nvSpPr>
        <p:spPr>
          <a:xfrm>
            <a:off x="7064866" y="160240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AB884F-5440-9EA9-7BFD-6F23A88BCD72}"/>
              </a:ext>
            </a:extLst>
          </p:cNvPr>
          <p:cNvSpPr/>
          <p:nvPr/>
        </p:nvSpPr>
        <p:spPr>
          <a:xfrm>
            <a:off x="7093554" y="129402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E03A5E-93A2-A0D2-66E2-F748F56FEE8C}"/>
              </a:ext>
            </a:extLst>
          </p:cNvPr>
          <p:cNvSpPr/>
          <p:nvPr/>
        </p:nvSpPr>
        <p:spPr>
          <a:xfrm>
            <a:off x="7123583" y="246931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663C7D-1DE4-2ABB-7762-BD40B4AD324B}"/>
              </a:ext>
            </a:extLst>
          </p:cNvPr>
          <p:cNvSpPr txBox="1"/>
          <p:nvPr/>
        </p:nvSpPr>
        <p:spPr>
          <a:xfrm>
            <a:off x="7272802" y="11788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 ml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3ACFEE-1EDD-7EFE-771D-DD098492BECA}"/>
              </a:ext>
            </a:extLst>
          </p:cNvPr>
          <p:cNvSpPr txBox="1"/>
          <p:nvPr/>
        </p:nvSpPr>
        <p:spPr>
          <a:xfrm>
            <a:off x="7272802" y="2339069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 ml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6CA83B-5ACE-849F-870A-49CAEBE0A822}"/>
              </a:ext>
            </a:extLst>
          </p:cNvPr>
          <p:cNvCxnSpPr>
            <a:cxnSpLocks/>
          </p:cNvCxnSpPr>
          <p:nvPr/>
        </p:nvCxnSpPr>
        <p:spPr>
          <a:xfrm flipH="1">
            <a:off x="7672911" y="1582905"/>
            <a:ext cx="1" cy="7214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B7A8C9D-0CE7-E62E-A917-3AE9718FBF6E}"/>
              </a:ext>
            </a:extLst>
          </p:cNvPr>
          <p:cNvSpPr txBox="1"/>
          <p:nvPr/>
        </p:nvSpPr>
        <p:spPr>
          <a:xfrm>
            <a:off x="6858425" y="783522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Bacteria at </a:t>
            </a:r>
            <a:r>
              <a:rPr lang="en-US" dirty="0" err="1"/>
              <a:t>t</a:t>
            </a:r>
            <a:r>
              <a:rPr lang="en-US" baseline="-25000" dirty="0" err="1"/>
              <a:t>initial</a:t>
            </a:r>
            <a:endParaRPr lang="en-US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9A1686-293C-25AE-D22A-0E2A0D23A20B}"/>
              </a:ext>
            </a:extLst>
          </p:cNvPr>
          <p:cNvSpPr txBox="1"/>
          <p:nvPr/>
        </p:nvSpPr>
        <p:spPr>
          <a:xfrm>
            <a:off x="3444955" y="260302"/>
            <a:ext cx="1413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No drift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10CA92-4A36-8A9A-BF18-E201041988CA}"/>
              </a:ext>
            </a:extLst>
          </p:cNvPr>
          <p:cNvSpPr txBox="1"/>
          <p:nvPr/>
        </p:nvSpPr>
        <p:spPr>
          <a:xfrm>
            <a:off x="7295488" y="4262943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Good?</a:t>
            </a:r>
          </a:p>
        </p:txBody>
      </p:sp>
    </p:spTree>
    <p:extLst>
      <p:ext uri="{BB962C8B-B14F-4D97-AF65-F5344CB8AC3E}">
        <p14:creationId xmlns:p14="http://schemas.microsoft.com/office/powerpoint/2010/main" val="71353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C873-F956-2764-E352-10D955FA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C77C9A-123B-AE53-5C7E-31DF8F2F0435}"/>
              </a:ext>
            </a:extLst>
          </p:cNvPr>
          <p:cNvCxnSpPr/>
          <p:nvPr/>
        </p:nvCxnSpPr>
        <p:spPr>
          <a:xfrm>
            <a:off x="2286000" y="968188"/>
            <a:ext cx="0" cy="3630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EDF91E-3082-C217-527F-58E9EA412A71}"/>
              </a:ext>
            </a:extLst>
          </p:cNvPr>
          <p:cNvCxnSpPr>
            <a:cxnSpLocks/>
          </p:cNvCxnSpPr>
          <p:nvPr/>
        </p:nvCxnSpPr>
        <p:spPr>
          <a:xfrm flipH="1">
            <a:off x="2286000" y="4598894"/>
            <a:ext cx="40161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80893A-5C36-19FF-162D-78BC6A676CF7}"/>
              </a:ext>
            </a:extLst>
          </p:cNvPr>
          <p:cNvSpPr txBox="1"/>
          <p:nvPr/>
        </p:nvSpPr>
        <p:spPr>
          <a:xfrm>
            <a:off x="1586753" y="259887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83BF9-F145-0A75-72AE-86C5E7ADEC58}"/>
              </a:ext>
            </a:extLst>
          </p:cNvPr>
          <p:cNvSpPr txBox="1"/>
          <p:nvPr/>
        </p:nvSpPr>
        <p:spPr>
          <a:xfrm>
            <a:off x="3977340" y="466972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552C0B-C267-781F-DDFD-A18A7F3B2C1C}"/>
              </a:ext>
            </a:extLst>
          </p:cNvPr>
          <p:cNvSpPr/>
          <p:nvPr/>
        </p:nvSpPr>
        <p:spPr>
          <a:xfrm>
            <a:off x="2541497" y="403947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0C57B6-75F6-4341-55A5-C39F4A5C227A}"/>
              </a:ext>
            </a:extLst>
          </p:cNvPr>
          <p:cNvSpPr/>
          <p:nvPr/>
        </p:nvSpPr>
        <p:spPr>
          <a:xfrm>
            <a:off x="3296321" y="3779526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ACE93C-6FCF-8749-C17F-FEE5A88623F8}"/>
              </a:ext>
            </a:extLst>
          </p:cNvPr>
          <p:cNvSpPr/>
          <p:nvPr/>
        </p:nvSpPr>
        <p:spPr>
          <a:xfrm>
            <a:off x="4088358" y="3521536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CE0E57-34CA-598A-8303-146547FFE564}"/>
              </a:ext>
            </a:extLst>
          </p:cNvPr>
          <p:cNvSpPr/>
          <p:nvPr/>
        </p:nvSpPr>
        <p:spPr>
          <a:xfrm>
            <a:off x="4830629" y="318100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6ADEAC-5333-D9EA-32C4-07D273D125E9}"/>
              </a:ext>
            </a:extLst>
          </p:cNvPr>
          <p:cNvSpPr/>
          <p:nvPr/>
        </p:nvSpPr>
        <p:spPr>
          <a:xfrm>
            <a:off x="5572901" y="2920735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41492F-D1E5-D39F-F230-9CB3A0201C91}"/>
              </a:ext>
            </a:extLst>
          </p:cNvPr>
          <p:cNvSpPr txBox="1"/>
          <p:nvPr/>
        </p:nvSpPr>
        <p:spPr>
          <a:xfrm rot="3600000">
            <a:off x="2398975" y="482391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6B8F96-7135-8E73-C367-D0BA64FB9EA4}"/>
              </a:ext>
            </a:extLst>
          </p:cNvPr>
          <p:cNvSpPr/>
          <p:nvPr/>
        </p:nvSpPr>
        <p:spPr>
          <a:xfrm>
            <a:off x="2541496" y="373580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E56A76B-C756-281B-AE25-8C127A34A9CA}"/>
              </a:ext>
            </a:extLst>
          </p:cNvPr>
          <p:cNvSpPr/>
          <p:nvPr/>
        </p:nvSpPr>
        <p:spPr>
          <a:xfrm>
            <a:off x="3323216" y="3493769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77EC55-35B8-619B-8062-328A341ADE31}"/>
              </a:ext>
            </a:extLst>
          </p:cNvPr>
          <p:cNvSpPr/>
          <p:nvPr/>
        </p:nvSpPr>
        <p:spPr>
          <a:xfrm>
            <a:off x="4088357" y="3190979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662603-D820-6EB3-E03C-F6878A6CE890}"/>
              </a:ext>
            </a:extLst>
          </p:cNvPr>
          <p:cNvSpPr/>
          <p:nvPr/>
        </p:nvSpPr>
        <p:spPr>
          <a:xfrm>
            <a:off x="4830628" y="2826441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2EC9B66-0B40-4505-9879-2793F7C30ACE}"/>
              </a:ext>
            </a:extLst>
          </p:cNvPr>
          <p:cNvSpPr/>
          <p:nvPr/>
        </p:nvSpPr>
        <p:spPr>
          <a:xfrm>
            <a:off x="5572900" y="2519577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86E9511-1126-21BB-3EFA-CFDDA31912D7}"/>
              </a:ext>
            </a:extLst>
          </p:cNvPr>
          <p:cNvSpPr/>
          <p:nvPr/>
        </p:nvSpPr>
        <p:spPr>
          <a:xfrm>
            <a:off x="2482781" y="344175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B5AF83-5773-B3F1-2FA0-432D7A2C20F4}"/>
              </a:ext>
            </a:extLst>
          </p:cNvPr>
          <p:cNvSpPr/>
          <p:nvPr/>
        </p:nvSpPr>
        <p:spPr>
          <a:xfrm>
            <a:off x="3264501" y="3199722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C6721E-A775-D118-1998-934BA2F0C729}"/>
              </a:ext>
            </a:extLst>
          </p:cNvPr>
          <p:cNvSpPr/>
          <p:nvPr/>
        </p:nvSpPr>
        <p:spPr>
          <a:xfrm>
            <a:off x="4029642" y="2896932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12D25A-7CD8-D27C-7B00-C395C50C5C8A}"/>
              </a:ext>
            </a:extLst>
          </p:cNvPr>
          <p:cNvSpPr/>
          <p:nvPr/>
        </p:nvSpPr>
        <p:spPr>
          <a:xfrm>
            <a:off x="4771913" y="2532394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2194764-D018-7992-A6E1-D72E5CB16D9E}"/>
              </a:ext>
            </a:extLst>
          </p:cNvPr>
          <p:cNvSpPr/>
          <p:nvPr/>
        </p:nvSpPr>
        <p:spPr>
          <a:xfrm>
            <a:off x="5514185" y="2225530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6C8A20-9448-7A20-59A9-0C14E854A449}"/>
              </a:ext>
            </a:extLst>
          </p:cNvPr>
          <p:cNvSpPr/>
          <p:nvPr/>
        </p:nvSpPr>
        <p:spPr>
          <a:xfrm>
            <a:off x="2511469" y="313337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8C9153-B208-7D6D-67BF-8AB9F4DB654B}"/>
              </a:ext>
            </a:extLst>
          </p:cNvPr>
          <p:cNvSpPr/>
          <p:nvPr/>
        </p:nvSpPr>
        <p:spPr>
          <a:xfrm>
            <a:off x="3293189" y="2891344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164607-778E-7970-762F-91BC0577A31A}"/>
              </a:ext>
            </a:extLst>
          </p:cNvPr>
          <p:cNvSpPr/>
          <p:nvPr/>
        </p:nvSpPr>
        <p:spPr>
          <a:xfrm>
            <a:off x="4058330" y="2588554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D457BF1-C2DE-7E66-BBC4-AFB635D9CA9B}"/>
              </a:ext>
            </a:extLst>
          </p:cNvPr>
          <p:cNvSpPr/>
          <p:nvPr/>
        </p:nvSpPr>
        <p:spPr>
          <a:xfrm>
            <a:off x="4800601" y="2224016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D316D9-C006-8726-8D28-D006D116DF1A}"/>
              </a:ext>
            </a:extLst>
          </p:cNvPr>
          <p:cNvSpPr/>
          <p:nvPr/>
        </p:nvSpPr>
        <p:spPr>
          <a:xfrm>
            <a:off x="5542873" y="1917152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E12FE6-F347-27B3-ECAE-1D80023675F3}"/>
              </a:ext>
            </a:extLst>
          </p:cNvPr>
          <p:cNvSpPr/>
          <p:nvPr/>
        </p:nvSpPr>
        <p:spPr>
          <a:xfrm>
            <a:off x="2541498" y="430866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4CF75E-F768-55D4-7360-47EF8D82B50A}"/>
              </a:ext>
            </a:extLst>
          </p:cNvPr>
          <p:cNvSpPr/>
          <p:nvPr/>
        </p:nvSpPr>
        <p:spPr>
          <a:xfrm>
            <a:off x="3323218" y="4066626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FFC5AF-C1FA-63F1-3874-02F81F89F085}"/>
              </a:ext>
            </a:extLst>
          </p:cNvPr>
          <p:cNvSpPr/>
          <p:nvPr/>
        </p:nvSpPr>
        <p:spPr>
          <a:xfrm>
            <a:off x="4088359" y="3763836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4DC2F29-CECD-CF09-5241-40BC0830D554}"/>
              </a:ext>
            </a:extLst>
          </p:cNvPr>
          <p:cNvSpPr/>
          <p:nvPr/>
        </p:nvSpPr>
        <p:spPr>
          <a:xfrm>
            <a:off x="4830629" y="345534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C0726AC-3095-0225-EED3-D830D5C00A2A}"/>
              </a:ext>
            </a:extLst>
          </p:cNvPr>
          <p:cNvSpPr/>
          <p:nvPr/>
        </p:nvSpPr>
        <p:spPr>
          <a:xfrm>
            <a:off x="5572901" y="3206971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02BFB0-DC6A-4BB3-255B-977C86D01B22}"/>
              </a:ext>
            </a:extLst>
          </p:cNvPr>
          <p:cNvSpPr txBox="1"/>
          <p:nvPr/>
        </p:nvSpPr>
        <p:spPr>
          <a:xfrm>
            <a:off x="3166836" y="260302"/>
            <a:ext cx="19701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Linear drift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4A6458-633F-0B04-130F-2DB8ABE48AB3}"/>
              </a:ext>
            </a:extLst>
          </p:cNvPr>
          <p:cNvSpPr/>
          <p:nvPr/>
        </p:nvSpPr>
        <p:spPr>
          <a:xfrm>
            <a:off x="7123582" y="220012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2E8A2D-5112-1983-16E9-E26492BB0480}"/>
              </a:ext>
            </a:extLst>
          </p:cNvPr>
          <p:cNvSpPr/>
          <p:nvPr/>
        </p:nvSpPr>
        <p:spPr>
          <a:xfrm>
            <a:off x="7123581" y="189645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9B3351-2DCB-6400-3977-00C0BB1E9251}"/>
              </a:ext>
            </a:extLst>
          </p:cNvPr>
          <p:cNvSpPr/>
          <p:nvPr/>
        </p:nvSpPr>
        <p:spPr>
          <a:xfrm>
            <a:off x="7064866" y="160240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9A3765-9EC0-691E-6BD9-2BED2EE703D6}"/>
              </a:ext>
            </a:extLst>
          </p:cNvPr>
          <p:cNvSpPr/>
          <p:nvPr/>
        </p:nvSpPr>
        <p:spPr>
          <a:xfrm>
            <a:off x="7093554" y="129402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929A4CA-8B56-5094-40AD-606F1B7A1D00}"/>
              </a:ext>
            </a:extLst>
          </p:cNvPr>
          <p:cNvSpPr/>
          <p:nvPr/>
        </p:nvSpPr>
        <p:spPr>
          <a:xfrm>
            <a:off x="7123583" y="246931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00F181-709A-BBBC-E5A8-D3D8E651A853}"/>
              </a:ext>
            </a:extLst>
          </p:cNvPr>
          <p:cNvSpPr txBox="1"/>
          <p:nvPr/>
        </p:nvSpPr>
        <p:spPr>
          <a:xfrm>
            <a:off x="7272802" y="11788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 ml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10EFAD-2280-BD4E-44D2-BF2D747AE949}"/>
              </a:ext>
            </a:extLst>
          </p:cNvPr>
          <p:cNvSpPr txBox="1"/>
          <p:nvPr/>
        </p:nvSpPr>
        <p:spPr>
          <a:xfrm>
            <a:off x="7272802" y="2339069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 ml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792A09-5D73-8193-3F1C-9ABC2B5DD5AA}"/>
              </a:ext>
            </a:extLst>
          </p:cNvPr>
          <p:cNvCxnSpPr>
            <a:cxnSpLocks/>
          </p:cNvCxnSpPr>
          <p:nvPr/>
        </p:nvCxnSpPr>
        <p:spPr>
          <a:xfrm flipH="1">
            <a:off x="7672911" y="1582905"/>
            <a:ext cx="1" cy="7214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8CC5C8A-51E7-C79C-D668-CBD0385AF4CA}"/>
              </a:ext>
            </a:extLst>
          </p:cNvPr>
          <p:cNvSpPr txBox="1"/>
          <p:nvPr/>
        </p:nvSpPr>
        <p:spPr>
          <a:xfrm>
            <a:off x="6858425" y="783522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Bacteria at </a:t>
            </a:r>
            <a:r>
              <a:rPr lang="en-US" dirty="0" err="1"/>
              <a:t>t</a:t>
            </a:r>
            <a:r>
              <a:rPr lang="en-US" baseline="-25000" dirty="0" err="1"/>
              <a:t>initial</a:t>
            </a:r>
            <a:endParaRPr lang="en-US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AEF832-7B56-4E7E-F6AF-5C6C5C154713}"/>
              </a:ext>
            </a:extLst>
          </p:cNvPr>
          <p:cNvSpPr txBox="1"/>
          <p:nvPr/>
        </p:nvSpPr>
        <p:spPr>
          <a:xfrm>
            <a:off x="7295488" y="4262943"/>
            <a:ext cx="1247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Maybe ok?</a:t>
            </a:r>
          </a:p>
        </p:txBody>
      </p:sp>
    </p:spTree>
    <p:extLst>
      <p:ext uri="{BB962C8B-B14F-4D97-AF65-F5344CB8AC3E}">
        <p14:creationId xmlns:p14="http://schemas.microsoft.com/office/powerpoint/2010/main" val="4199946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7D67-74FA-40B7-19FA-0697AA7E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686854-284B-B6C6-C38B-9AA5A53F3C69}"/>
              </a:ext>
            </a:extLst>
          </p:cNvPr>
          <p:cNvCxnSpPr/>
          <p:nvPr/>
        </p:nvCxnSpPr>
        <p:spPr>
          <a:xfrm>
            <a:off x="2286000" y="968188"/>
            <a:ext cx="0" cy="3630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2E925E-8D7D-B555-718A-0D0F78375ECD}"/>
              </a:ext>
            </a:extLst>
          </p:cNvPr>
          <p:cNvCxnSpPr>
            <a:cxnSpLocks/>
          </p:cNvCxnSpPr>
          <p:nvPr/>
        </p:nvCxnSpPr>
        <p:spPr>
          <a:xfrm flipH="1">
            <a:off x="2286000" y="4598894"/>
            <a:ext cx="40161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18AA00-2100-98FE-7603-484E1F515B6E}"/>
              </a:ext>
            </a:extLst>
          </p:cNvPr>
          <p:cNvSpPr txBox="1"/>
          <p:nvPr/>
        </p:nvSpPr>
        <p:spPr>
          <a:xfrm>
            <a:off x="1586753" y="259887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E2813-AE5B-1325-D11B-D639E76B0A28}"/>
              </a:ext>
            </a:extLst>
          </p:cNvPr>
          <p:cNvSpPr txBox="1"/>
          <p:nvPr/>
        </p:nvSpPr>
        <p:spPr>
          <a:xfrm>
            <a:off x="3977340" y="466972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7DF4BB-BA69-D2FA-B648-ACB305A89092}"/>
              </a:ext>
            </a:extLst>
          </p:cNvPr>
          <p:cNvSpPr/>
          <p:nvPr/>
        </p:nvSpPr>
        <p:spPr>
          <a:xfrm>
            <a:off x="2541497" y="403947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9474F2-08F9-80B8-3646-51C56F7C429C}"/>
              </a:ext>
            </a:extLst>
          </p:cNvPr>
          <p:cNvSpPr/>
          <p:nvPr/>
        </p:nvSpPr>
        <p:spPr>
          <a:xfrm>
            <a:off x="3299013" y="402156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54B797-D7E3-A402-48D8-A41E7E48F8C0}"/>
              </a:ext>
            </a:extLst>
          </p:cNvPr>
          <p:cNvSpPr/>
          <p:nvPr/>
        </p:nvSpPr>
        <p:spPr>
          <a:xfrm>
            <a:off x="4126007" y="4012779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54331F-2DDC-A2B7-49B0-CF5DC673B41D}"/>
              </a:ext>
            </a:extLst>
          </p:cNvPr>
          <p:cNvSpPr/>
          <p:nvPr/>
        </p:nvSpPr>
        <p:spPr>
          <a:xfrm>
            <a:off x="4870079" y="3969995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A4B9DD-14FC-AC22-BB18-73ABABA435B7}"/>
              </a:ext>
            </a:extLst>
          </p:cNvPr>
          <p:cNvSpPr/>
          <p:nvPr/>
        </p:nvSpPr>
        <p:spPr>
          <a:xfrm>
            <a:off x="5614152" y="3967533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FCC17-3C71-D52E-E834-6E911BEB7E57}"/>
              </a:ext>
            </a:extLst>
          </p:cNvPr>
          <p:cNvSpPr txBox="1"/>
          <p:nvPr/>
        </p:nvSpPr>
        <p:spPr>
          <a:xfrm rot="3600000">
            <a:off x="2398975" y="482391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D18AFA-15CF-76FA-0C2C-81D344294D45}"/>
              </a:ext>
            </a:extLst>
          </p:cNvPr>
          <p:cNvSpPr/>
          <p:nvPr/>
        </p:nvSpPr>
        <p:spPr>
          <a:xfrm>
            <a:off x="2541496" y="373580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DB8E35-09B6-1D85-5BE5-0C398C5DFAE9}"/>
              </a:ext>
            </a:extLst>
          </p:cNvPr>
          <p:cNvSpPr/>
          <p:nvPr/>
        </p:nvSpPr>
        <p:spPr>
          <a:xfrm>
            <a:off x="3304389" y="3659028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7E2A127-7896-7DC7-DDD2-66D4953D9132}"/>
              </a:ext>
            </a:extLst>
          </p:cNvPr>
          <p:cNvSpPr/>
          <p:nvPr/>
        </p:nvSpPr>
        <p:spPr>
          <a:xfrm>
            <a:off x="4140351" y="3443760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51AF42B-2661-8964-1225-1F73512BC9D3}"/>
              </a:ext>
            </a:extLst>
          </p:cNvPr>
          <p:cNvSpPr/>
          <p:nvPr/>
        </p:nvSpPr>
        <p:spPr>
          <a:xfrm>
            <a:off x="4866494" y="3508791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B310DF-15C4-A612-948C-0913EE222284}"/>
              </a:ext>
            </a:extLst>
          </p:cNvPr>
          <p:cNvSpPr/>
          <p:nvPr/>
        </p:nvSpPr>
        <p:spPr>
          <a:xfrm>
            <a:off x="5592637" y="3329224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BC2B61-B1DC-E2FD-38AB-8DFF92E15C58}"/>
              </a:ext>
            </a:extLst>
          </p:cNvPr>
          <p:cNvSpPr/>
          <p:nvPr/>
        </p:nvSpPr>
        <p:spPr>
          <a:xfrm>
            <a:off x="2482781" y="344175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21773B-CA6D-0343-CFF0-170D4EF02A12}"/>
              </a:ext>
            </a:extLst>
          </p:cNvPr>
          <p:cNvSpPr/>
          <p:nvPr/>
        </p:nvSpPr>
        <p:spPr>
          <a:xfrm>
            <a:off x="3325907" y="3182440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8AF519-06F8-6861-5297-C0A4AE83C2DC}"/>
              </a:ext>
            </a:extLst>
          </p:cNvPr>
          <p:cNvSpPr/>
          <p:nvPr/>
        </p:nvSpPr>
        <p:spPr>
          <a:xfrm>
            <a:off x="4085671" y="2926591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E1177E3-A8AD-3319-6DC2-67357990CF7D}"/>
              </a:ext>
            </a:extLst>
          </p:cNvPr>
          <p:cNvSpPr/>
          <p:nvPr/>
        </p:nvSpPr>
        <p:spPr>
          <a:xfrm>
            <a:off x="4797020" y="2597530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FC4BAB3-6B83-148B-0ACC-498CC9E5AFB7}"/>
              </a:ext>
            </a:extLst>
          </p:cNvPr>
          <p:cNvSpPr/>
          <p:nvPr/>
        </p:nvSpPr>
        <p:spPr>
          <a:xfrm>
            <a:off x="5632092" y="2097148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69C056-0B55-3DFA-5366-DCE20C18043A}"/>
              </a:ext>
            </a:extLst>
          </p:cNvPr>
          <p:cNvSpPr/>
          <p:nvPr/>
        </p:nvSpPr>
        <p:spPr>
          <a:xfrm>
            <a:off x="2511469" y="313337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617FAAB-9DEA-482A-AAF5-1AFCC3B925B3}"/>
              </a:ext>
            </a:extLst>
          </p:cNvPr>
          <p:cNvSpPr/>
          <p:nvPr/>
        </p:nvSpPr>
        <p:spPr>
          <a:xfrm>
            <a:off x="3325908" y="2459926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414F3A-04D4-728F-DD9E-551A06AB500B}"/>
              </a:ext>
            </a:extLst>
          </p:cNvPr>
          <p:cNvSpPr/>
          <p:nvPr/>
        </p:nvSpPr>
        <p:spPr>
          <a:xfrm>
            <a:off x="4136765" y="1931643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8E628E-7F4B-8660-E714-381B9678BB47}"/>
              </a:ext>
            </a:extLst>
          </p:cNvPr>
          <p:cNvSpPr/>
          <p:nvPr/>
        </p:nvSpPr>
        <p:spPr>
          <a:xfrm>
            <a:off x="4866495" y="1296799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F9771C-44F3-B30E-B649-DD30F14B8D63}"/>
              </a:ext>
            </a:extLst>
          </p:cNvPr>
          <p:cNvSpPr/>
          <p:nvPr/>
        </p:nvSpPr>
        <p:spPr>
          <a:xfrm>
            <a:off x="5608776" y="821389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31BF93-576F-142D-FD50-10F1D5D62D8E}"/>
              </a:ext>
            </a:extLst>
          </p:cNvPr>
          <p:cNvSpPr/>
          <p:nvPr/>
        </p:nvSpPr>
        <p:spPr>
          <a:xfrm>
            <a:off x="2541498" y="430866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C746139-5B88-4630-4767-4103CD63B3B0}"/>
              </a:ext>
            </a:extLst>
          </p:cNvPr>
          <p:cNvSpPr/>
          <p:nvPr/>
        </p:nvSpPr>
        <p:spPr>
          <a:xfrm>
            <a:off x="3325910" y="430866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ACF2464-ABC0-0B48-CF81-8B38CD469777}"/>
              </a:ext>
            </a:extLst>
          </p:cNvPr>
          <p:cNvSpPr/>
          <p:nvPr/>
        </p:nvSpPr>
        <p:spPr>
          <a:xfrm>
            <a:off x="4126008" y="4255079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84A68F7-D073-6EF7-05D2-7210E720676E}"/>
              </a:ext>
            </a:extLst>
          </p:cNvPr>
          <p:cNvSpPr/>
          <p:nvPr/>
        </p:nvSpPr>
        <p:spPr>
          <a:xfrm>
            <a:off x="4866493" y="431717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DE6DF6-9D7F-DC99-C8DD-91A53ABAAC17}"/>
              </a:ext>
            </a:extLst>
          </p:cNvPr>
          <p:cNvSpPr/>
          <p:nvPr/>
        </p:nvSpPr>
        <p:spPr>
          <a:xfrm>
            <a:off x="5632091" y="4414699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065983-E97E-0769-AA64-07D63341A714}"/>
              </a:ext>
            </a:extLst>
          </p:cNvPr>
          <p:cNvSpPr txBox="1"/>
          <p:nvPr/>
        </p:nvSpPr>
        <p:spPr>
          <a:xfrm>
            <a:off x="3866638" y="211895"/>
            <a:ext cx="556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??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9693FA-E974-63CA-5015-70E5B432638A}"/>
              </a:ext>
            </a:extLst>
          </p:cNvPr>
          <p:cNvSpPr/>
          <p:nvPr/>
        </p:nvSpPr>
        <p:spPr>
          <a:xfrm>
            <a:off x="7123582" y="220012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B8D285-4DAF-8360-165E-99B905C208CC}"/>
              </a:ext>
            </a:extLst>
          </p:cNvPr>
          <p:cNvSpPr/>
          <p:nvPr/>
        </p:nvSpPr>
        <p:spPr>
          <a:xfrm>
            <a:off x="7123581" y="189645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8720DC-826F-95A8-5014-204046E82473}"/>
              </a:ext>
            </a:extLst>
          </p:cNvPr>
          <p:cNvSpPr/>
          <p:nvPr/>
        </p:nvSpPr>
        <p:spPr>
          <a:xfrm>
            <a:off x="7064866" y="160240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CF4ECD-4953-69E3-A48D-89662D6CDE85}"/>
              </a:ext>
            </a:extLst>
          </p:cNvPr>
          <p:cNvSpPr/>
          <p:nvPr/>
        </p:nvSpPr>
        <p:spPr>
          <a:xfrm>
            <a:off x="7093554" y="129402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A250252-C723-1836-654C-B473E8E893CE}"/>
              </a:ext>
            </a:extLst>
          </p:cNvPr>
          <p:cNvSpPr/>
          <p:nvPr/>
        </p:nvSpPr>
        <p:spPr>
          <a:xfrm>
            <a:off x="7123583" y="246931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FADB67-DBA1-3171-887F-81105093FCE6}"/>
              </a:ext>
            </a:extLst>
          </p:cNvPr>
          <p:cNvSpPr txBox="1"/>
          <p:nvPr/>
        </p:nvSpPr>
        <p:spPr>
          <a:xfrm>
            <a:off x="7272802" y="11788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 ml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F09A7F-7E33-1212-7F34-1653EA046D7E}"/>
              </a:ext>
            </a:extLst>
          </p:cNvPr>
          <p:cNvSpPr txBox="1"/>
          <p:nvPr/>
        </p:nvSpPr>
        <p:spPr>
          <a:xfrm>
            <a:off x="7272802" y="2339069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 ml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E32714-94C1-237E-6ED7-D6E37A51EFEB}"/>
              </a:ext>
            </a:extLst>
          </p:cNvPr>
          <p:cNvCxnSpPr>
            <a:cxnSpLocks/>
          </p:cNvCxnSpPr>
          <p:nvPr/>
        </p:nvCxnSpPr>
        <p:spPr>
          <a:xfrm flipH="1">
            <a:off x="7672911" y="1582905"/>
            <a:ext cx="1" cy="7214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0A5EB12-2C31-A651-5A13-7FE9048A07C0}"/>
              </a:ext>
            </a:extLst>
          </p:cNvPr>
          <p:cNvSpPr txBox="1"/>
          <p:nvPr/>
        </p:nvSpPr>
        <p:spPr>
          <a:xfrm>
            <a:off x="6858425" y="783522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Bacteria at </a:t>
            </a:r>
            <a:r>
              <a:rPr lang="en-US" dirty="0" err="1"/>
              <a:t>t</a:t>
            </a:r>
            <a:r>
              <a:rPr lang="en-US" baseline="-25000" dirty="0" err="1"/>
              <a:t>initial</a:t>
            </a:r>
            <a:endParaRPr lang="en-US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188B5-CE8E-7C06-DF80-B5C736CF9416}"/>
              </a:ext>
            </a:extLst>
          </p:cNvPr>
          <p:cNvSpPr txBox="1"/>
          <p:nvPr/>
        </p:nvSpPr>
        <p:spPr>
          <a:xfrm>
            <a:off x="7295488" y="4262943"/>
            <a:ext cx="120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Not good?</a:t>
            </a:r>
          </a:p>
        </p:txBody>
      </p:sp>
    </p:spTree>
    <p:extLst>
      <p:ext uri="{BB962C8B-B14F-4D97-AF65-F5344CB8AC3E}">
        <p14:creationId xmlns:p14="http://schemas.microsoft.com/office/powerpoint/2010/main" val="423901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0266-DA79-45C4-1876-6EB7F576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6BB450-05E9-DE10-895C-5ACE725D505D}"/>
              </a:ext>
            </a:extLst>
          </p:cNvPr>
          <p:cNvCxnSpPr/>
          <p:nvPr/>
        </p:nvCxnSpPr>
        <p:spPr>
          <a:xfrm>
            <a:off x="2286000" y="968188"/>
            <a:ext cx="0" cy="3630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A18A58-28D5-DF5C-F4C6-C39D4BC8EBDE}"/>
              </a:ext>
            </a:extLst>
          </p:cNvPr>
          <p:cNvCxnSpPr>
            <a:cxnSpLocks/>
          </p:cNvCxnSpPr>
          <p:nvPr/>
        </p:nvCxnSpPr>
        <p:spPr>
          <a:xfrm flipH="1">
            <a:off x="2286000" y="4598894"/>
            <a:ext cx="40161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134BA4-CB71-FEF3-9449-AD745F7D17E4}"/>
              </a:ext>
            </a:extLst>
          </p:cNvPr>
          <p:cNvSpPr txBox="1"/>
          <p:nvPr/>
        </p:nvSpPr>
        <p:spPr>
          <a:xfrm>
            <a:off x="1586753" y="259887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8FA96-FE5E-B249-B35D-5DE75DE769D2}"/>
              </a:ext>
            </a:extLst>
          </p:cNvPr>
          <p:cNvSpPr txBox="1"/>
          <p:nvPr/>
        </p:nvSpPr>
        <p:spPr>
          <a:xfrm>
            <a:off x="3977340" y="466972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0EA78E-E5CA-63FD-3CC7-5C190A7D7285}"/>
              </a:ext>
            </a:extLst>
          </p:cNvPr>
          <p:cNvSpPr/>
          <p:nvPr/>
        </p:nvSpPr>
        <p:spPr>
          <a:xfrm>
            <a:off x="2541497" y="403947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7D47C8-0EA6-074C-8A81-F5E8C24321BD}"/>
              </a:ext>
            </a:extLst>
          </p:cNvPr>
          <p:cNvSpPr/>
          <p:nvPr/>
        </p:nvSpPr>
        <p:spPr>
          <a:xfrm>
            <a:off x="3299013" y="402156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B457C6-62B9-D4B9-B8AD-29B8A88793C8}"/>
              </a:ext>
            </a:extLst>
          </p:cNvPr>
          <p:cNvSpPr/>
          <p:nvPr/>
        </p:nvSpPr>
        <p:spPr>
          <a:xfrm>
            <a:off x="4085671" y="1259841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7A8526-E5F5-0722-53C7-2B72A92300FD}"/>
              </a:ext>
            </a:extLst>
          </p:cNvPr>
          <p:cNvSpPr/>
          <p:nvPr/>
        </p:nvSpPr>
        <p:spPr>
          <a:xfrm>
            <a:off x="4858985" y="3828584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641B74-8A48-CE12-2BFB-3A59E401614C}"/>
              </a:ext>
            </a:extLst>
          </p:cNvPr>
          <p:cNvSpPr/>
          <p:nvPr/>
        </p:nvSpPr>
        <p:spPr>
          <a:xfrm>
            <a:off x="5614152" y="3967533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836BF-EC38-728E-ACEB-A1D770019B32}"/>
              </a:ext>
            </a:extLst>
          </p:cNvPr>
          <p:cNvSpPr txBox="1"/>
          <p:nvPr/>
        </p:nvSpPr>
        <p:spPr>
          <a:xfrm rot="3600000">
            <a:off x="2398975" y="482391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CDC766-5310-5BE1-F4AF-B30516D43344}"/>
              </a:ext>
            </a:extLst>
          </p:cNvPr>
          <p:cNvSpPr/>
          <p:nvPr/>
        </p:nvSpPr>
        <p:spPr>
          <a:xfrm>
            <a:off x="2541496" y="373580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6C621F-7ED9-4B56-4747-79C1373580A2}"/>
              </a:ext>
            </a:extLst>
          </p:cNvPr>
          <p:cNvSpPr/>
          <p:nvPr/>
        </p:nvSpPr>
        <p:spPr>
          <a:xfrm>
            <a:off x="3267639" y="355455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8A41AA-C0C9-C1D7-C055-2DFB760464C9}"/>
              </a:ext>
            </a:extLst>
          </p:cNvPr>
          <p:cNvSpPr/>
          <p:nvPr/>
        </p:nvSpPr>
        <p:spPr>
          <a:xfrm>
            <a:off x="4140015" y="2498975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B54577-89B6-17C0-5F77-EC778B5C5D1E}"/>
              </a:ext>
            </a:extLst>
          </p:cNvPr>
          <p:cNvSpPr/>
          <p:nvPr/>
        </p:nvSpPr>
        <p:spPr>
          <a:xfrm>
            <a:off x="4866494" y="3508791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77A62AE-9FCE-5048-B92F-FE248320E8B8}"/>
              </a:ext>
            </a:extLst>
          </p:cNvPr>
          <p:cNvSpPr/>
          <p:nvPr/>
        </p:nvSpPr>
        <p:spPr>
          <a:xfrm>
            <a:off x="5592637" y="3329224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17FBA1C-BB82-6B71-2AFF-2F122CBD47F2}"/>
              </a:ext>
            </a:extLst>
          </p:cNvPr>
          <p:cNvSpPr/>
          <p:nvPr/>
        </p:nvSpPr>
        <p:spPr>
          <a:xfrm>
            <a:off x="2482781" y="344175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0DD6233-D29A-DF05-D819-9CC743FDC62C}"/>
              </a:ext>
            </a:extLst>
          </p:cNvPr>
          <p:cNvSpPr/>
          <p:nvPr/>
        </p:nvSpPr>
        <p:spPr>
          <a:xfrm>
            <a:off x="3333087" y="2354358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E7595F-B1E0-19A0-2AAD-13F08A64C1FE}"/>
              </a:ext>
            </a:extLst>
          </p:cNvPr>
          <p:cNvSpPr/>
          <p:nvPr/>
        </p:nvSpPr>
        <p:spPr>
          <a:xfrm>
            <a:off x="4085671" y="3202852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40DDAD-1FD2-A10F-D388-190A73CF451B}"/>
              </a:ext>
            </a:extLst>
          </p:cNvPr>
          <p:cNvSpPr/>
          <p:nvPr/>
        </p:nvSpPr>
        <p:spPr>
          <a:xfrm>
            <a:off x="4797018" y="2804481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4E20575-0C47-8612-D06C-590B832228C3}"/>
              </a:ext>
            </a:extLst>
          </p:cNvPr>
          <p:cNvSpPr/>
          <p:nvPr/>
        </p:nvSpPr>
        <p:spPr>
          <a:xfrm>
            <a:off x="5632092" y="2097148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2254D9-6073-3338-938D-50A362382D04}"/>
              </a:ext>
            </a:extLst>
          </p:cNvPr>
          <p:cNvSpPr/>
          <p:nvPr/>
        </p:nvSpPr>
        <p:spPr>
          <a:xfrm>
            <a:off x="2511469" y="313337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98E5A8-4C70-282C-05D1-8A7FA6E56BAE}"/>
              </a:ext>
            </a:extLst>
          </p:cNvPr>
          <p:cNvSpPr/>
          <p:nvPr/>
        </p:nvSpPr>
        <p:spPr>
          <a:xfrm>
            <a:off x="3313019" y="2552795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6580F2-8DC0-099E-8CEA-0E584ED85403}"/>
              </a:ext>
            </a:extLst>
          </p:cNvPr>
          <p:cNvSpPr/>
          <p:nvPr/>
        </p:nvSpPr>
        <p:spPr>
          <a:xfrm>
            <a:off x="4136765" y="1931643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047A78-9CB4-61B2-D0F1-E088E2603B01}"/>
              </a:ext>
            </a:extLst>
          </p:cNvPr>
          <p:cNvSpPr/>
          <p:nvPr/>
        </p:nvSpPr>
        <p:spPr>
          <a:xfrm>
            <a:off x="4866495" y="1296799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24A3F0-9461-AE81-66DD-1EBED857CE77}"/>
              </a:ext>
            </a:extLst>
          </p:cNvPr>
          <p:cNvSpPr/>
          <p:nvPr/>
        </p:nvSpPr>
        <p:spPr>
          <a:xfrm>
            <a:off x="5614152" y="2631203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6BA6742-CA5F-FCD8-5EA2-36404530E168}"/>
              </a:ext>
            </a:extLst>
          </p:cNvPr>
          <p:cNvSpPr/>
          <p:nvPr/>
        </p:nvSpPr>
        <p:spPr>
          <a:xfrm>
            <a:off x="2541498" y="430866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F680C2-FB13-E3A8-9D10-EE4D5AF4CE09}"/>
              </a:ext>
            </a:extLst>
          </p:cNvPr>
          <p:cNvSpPr/>
          <p:nvPr/>
        </p:nvSpPr>
        <p:spPr>
          <a:xfrm>
            <a:off x="3317503" y="4386644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D2BE445-A501-1DCF-E0A7-E90150E48EB6}"/>
              </a:ext>
            </a:extLst>
          </p:cNvPr>
          <p:cNvSpPr/>
          <p:nvPr/>
        </p:nvSpPr>
        <p:spPr>
          <a:xfrm>
            <a:off x="4089591" y="3881105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4F286D-8926-8830-5290-E3558BD115E1}"/>
              </a:ext>
            </a:extLst>
          </p:cNvPr>
          <p:cNvSpPr/>
          <p:nvPr/>
        </p:nvSpPr>
        <p:spPr>
          <a:xfrm>
            <a:off x="4858984" y="3347219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884EE96-62B2-DA08-C8B6-D6427760AED6}"/>
              </a:ext>
            </a:extLst>
          </p:cNvPr>
          <p:cNvSpPr/>
          <p:nvPr/>
        </p:nvSpPr>
        <p:spPr>
          <a:xfrm>
            <a:off x="5618657" y="1729096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8CB4B-933E-4A6A-9E87-C8E43DDDE3A8}"/>
              </a:ext>
            </a:extLst>
          </p:cNvPr>
          <p:cNvSpPr txBox="1"/>
          <p:nvPr/>
        </p:nvSpPr>
        <p:spPr>
          <a:xfrm>
            <a:off x="3680691" y="211895"/>
            <a:ext cx="928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????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FD3B39-9EFF-9379-E799-2BC1BAFDE2A3}"/>
              </a:ext>
            </a:extLst>
          </p:cNvPr>
          <p:cNvSpPr/>
          <p:nvPr/>
        </p:nvSpPr>
        <p:spPr>
          <a:xfrm>
            <a:off x="7123582" y="2200120"/>
            <a:ext cx="138949" cy="13894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4010F6-90D6-FC5C-8F8F-27E9A79D8829}"/>
              </a:ext>
            </a:extLst>
          </p:cNvPr>
          <p:cNvSpPr/>
          <p:nvPr/>
        </p:nvSpPr>
        <p:spPr>
          <a:xfrm>
            <a:off x="7123581" y="1896453"/>
            <a:ext cx="138949" cy="13894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7F6A75-7933-0BCA-A54E-345FE34C3A1B}"/>
              </a:ext>
            </a:extLst>
          </p:cNvPr>
          <p:cNvSpPr/>
          <p:nvPr/>
        </p:nvSpPr>
        <p:spPr>
          <a:xfrm>
            <a:off x="7064866" y="1602406"/>
            <a:ext cx="138949" cy="138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AB7DAB3-9583-33C8-F0C9-FDAF82E99B7C}"/>
              </a:ext>
            </a:extLst>
          </p:cNvPr>
          <p:cNvSpPr/>
          <p:nvPr/>
        </p:nvSpPr>
        <p:spPr>
          <a:xfrm>
            <a:off x="7093554" y="1294028"/>
            <a:ext cx="138949" cy="1389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344701-64E2-7F32-326E-AF6778F39E57}"/>
              </a:ext>
            </a:extLst>
          </p:cNvPr>
          <p:cNvSpPr/>
          <p:nvPr/>
        </p:nvSpPr>
        <p:spPr>
          <a:xfrm>
            <a:off x="7123583" y="2469310"/>
            <a:ext cx="138949" cy="13894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62E3DD-C5DE-94A3-C4AD-FA43E7321997}"/>
              </a:ext>
            </a:extLst>
          </p:cNvPr>
          <p:cNvSpPr txBox="1"/>
          <p:nvPr/>
        </p:nvSpPr>
        <p:spPr>
          <a:xfrm>
            <a:off x="7272802" y="11788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 ml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37F495-9285-E2FD-2C00-91DDA0C5D017}"/>
              </a:ext>
            </a:extLst>
          </p:cNvPr>
          <p:cNvSpPr txBox="1"/>
          <p:nvPr/>
        </p:nvSpPr>
        <p:spPr>
          <a:xfrm>
            <a:off x="7272802" y="2339069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 ml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697949-819C-00FA-2BE8-E4F2086A8FBE}"/>
              </a:ext>
            </a:extLst>
          </p:cNvPr>
          <p:cNvCxnSpPr>
            <a:cxnSpLocks/>
          </p:cNvCxnSpPr>
          <p:nvPr/>
        </p:nvCxnSpPr>
        <p:spPr>
          <a:xfrm flipH="1">
            <a:off x="7672911" y="1582905"/>
            <a:ext cx="1" cy="7214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6B34387-50A0-7B25-118B-D60543A1C2F4}"/>
              </a:ext>
            </a:extLst>
          </p:cNvPr>
          <p:cNvSpPr txBox="1"/>
          <p:nvPr/>
        </p:nvSpPr>
        <p:spPr>
          <a:xfrm>
            <a:off x="6858425" y="783522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Bacteria at </a:t>
            </a:r>
            <a:r>
              <a:rPr lang="en-US" dirty="0" err="1"/>
              <a:t>t</a:t>
            </a:r>
            <a:r>
              <a:rPr lang="en-US" baseline="-25000" dirty="0" err="1"/>
              <a:t>initial</a:t>
            </a:r>
            <a:endParaRPr lang="en-US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5F0611-55E4-3BB9-CB0E-A75057BB892B}"/>
              </a:ext>
            </a:extLst>
          </p:cNvPr>
          <p:cNvSpPr txBox="1"/>
          <p:nvPr/>
        </p:nvSpPr>
        <p:spPr>
          <a:xfrm>
            <a:off x="7295488" y="4262943"/>
            <a:ext cx="116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Very bad?</a:t>
            </a:r>
          </a:p>
        </p:txBody>
      </p:sp>
    </p:spTree>
    <p:extLst>
      <p:ext uri="{BB962C8B-B14F-4D97-AF65-F5344CB8AC3E}">
        <p14:creationId xmlns:p14="http://schemas.microsoft.com/office/powerpoint/2010/main" val="101612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Mendelson, Alex</dc:creator>
  <cp:lastModifiedBy>Mendelson, Alex</cp:lastModifiedBy>
  <cp:revision>5</cp:revision>
  <dcterms:created xsi:type="dcterms:W3CDTF">2025-11-18T23:47:19Z</dcterms:created>
  <dcterms:modified xsi:type="dcterms:W3CDTF">2025-11-18T23:56:09Z</dcterms:modified>
</cp:coreProperties>
</file>